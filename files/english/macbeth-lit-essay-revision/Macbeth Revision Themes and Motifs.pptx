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691919"/>
                </a:solidFill>
              </a:defRPr>
            </a:pPr>
            <a:r>
              <a:t>MACBETH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26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>
                <a:solidFill>
                  <a:srgbClr val="232323"/>
                </a:solidFill>
              </a:defRPr>
            </a:pPr>
            <a:r>
              <a:t>Plot • Characters • Themes • Motifs • Key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1. The Play in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Playwright: William Shakespeare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Genre: Tragedy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Setting: Medieval Scotland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Central conflict: Macbeth's ambition drives him from celebrated warrior to tyrant and ultimately to destruction.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Big question: How much responsibility do we have for the choices we make when temptation is placed in front of 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2. Plot Summary — Act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and Banquo meet three witches after a victorious battle.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witches predict that Macbeth will become Thane of Cawdor and eventually King of Scotland.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learns that he has indeed been made Thane of Cawdor.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Duncan names Malcolm Prince of Cumberland; Macbeth sees him as an obstacle.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Lady Macbeth receives Macbeth's letter and begins planning Duncan's murder.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initially resists, but Lady Macbeth attacks his courage and masculinity.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3. Plot Summary — Act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sees an imaginary dagger leading him towards Duncan's chamber.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murders Duncan while he sleeps.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Lady Macbeth helps frame Duncan's guards.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becomes King after Duncan's sons flee Scotland.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murder changes Macbeth: fear, guilt and paranoia begin to replace honour.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691919"/>
                </a:solidFill>
              </a:defRPr>
            </a:pPr>
            <a:r>
              <a:t>“Is this a dagger which I see before me?”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4. Plot Summary — Act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fears Banquo because the witches predicted that Banquo's descendants will become kings.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hires murderers to kill Banquo and Fleance.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Banquo is murdered, but Fleance escapes.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At the banquet, Macbeth sees Banquo's ghost and publicly loses control.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returns to the witches for more predictions.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He becomes increasingly dependent on violence to protect his crown.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691919"/>
                </a:solidFill>
              </a:defRPr>
            </a:pPr>
            <a:r>
              <a:t>“Thou canst not say I did it: never shake thy gory locks at me.”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5. Plot Summary — Act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witches show Macbeth three apparitions.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He is told to beware Macduff; no man born of woman will harm him; and he will be safe until Birnam Wood moves to Dunsinane.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interprets these predictions as proof that he is almost invincible.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Macduff travels to England to persuade Malcolm to return and overthrow Macbeth.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orders the murder of Macduff's wife and children.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Malcolm tests Macduff's loyalty before revealing his plan to fight.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6. Plot Summary — Act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Lady Macbeth is overwhelmed by guilt and begins sleepwalking.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Malcolm's army advances using branches from Birnam Wood as camouflage.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Macbeth's confidence collapses as the witches' predictions turn against him.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Lady Macbeth dies.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Macduff reveals that he was born by Caesarean section.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Macduff kills Macbeth and Malcolm becomes 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691919"/>
                </a:solidFill>
              </a:defRPr>
            </a:pPr>
            <a:r>
              <a:t>“Turn, hell-hound, turn!”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7. Macbeth's Character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Beginning: Brave, loyal, respected and courageous warrior.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Temptation: The witches awaken an ambition that already exists within him.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First turning point: He chooses to murder Duncan despite knowing it is wrong.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Descent: One murder leads to further violence, secrecy and paranoia.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Tyrant: He kills or orders killings to protect his position.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End: Isolated, emotionally numb and trapped by the consequences of his choices.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8. Lady Macbeth's Character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Beginning: Determined, ambitious and seemingly ruthless.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Influence: She manipulates Macbeth by attacking his courage and masculinity.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Guilt: Although she appears stronger at first, guilt gradually consumes her.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Sleepwalking: Her subconscious exposes the guilt she tries to suppress.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End: Her mental collapse demonstrates the psychological cost of violence.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691919"/>
                </a:solidFill>
              </a:defRPr>
            </a:pPr>
            <a:r>
              <a:t>“Out, damned spot! out, I say!”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9. Theme: Ambition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Ambition is not presented as automatically evil; uncontrolled ambition becomes destructive.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Macbeth's desire for power causes him to violate loyalty, morality and humanity.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Lady Macbeth initially embodies ruthless ambition, but cannot escape its consequences.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play asks whether ambition is a personal weakness or something encouraged by external forces.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691919"/>
                </a:solidFill>
              </a:defRPr>
            </a:pPr>
            <a:r>
              <a:t>“I have no spur / To prick the sides of my intent, but only / Vaulting ambition.”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10. Theme: Fate vs Free Will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witches predict Macbeth's future, but they do not directly command him to murder Duncan.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chooses how to respond to the prophecies.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predictions create temptation and uncertainty rather than a fixed destiny.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play asks whether Macbeth becomes king because it is destined, or because he chooses to make it happen.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11. Theme: Guilt and Conscience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and Lady Macbeth respond to guilt differently.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becomes increasingly violent and attempts to silence his conscience through action.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Lady Macbeth initially dismisses guilt but later experiences psychological collapse.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Blood becomes a recurring reminder that guilt cannot simply be washed away.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Guilt reveals the consequences of moral transgression.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691919"/>
                </a:solidFill>
              </a:defRPr>
            </a:pPr>
            <a:r>
              <a:t>“Will all great Neptune's ocean wash this blood clean from my hand?”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12. Theme: Appearance vs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Characters repeatedly hide their true intentions behind false appearances.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Lady Macbeth tells Macbeth to look innocent while concealing their murderous plan.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presents himself as a loyal host while planning Duncan's murder.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witches use ambiguous language that sounds reassuring but contains hidden meanings.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play warns that what appears safe or trustworthy may conceal danger.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691919"/>
                </a:solidFill>
              </a:defRPr>
            </a:pPr>
            <a:r>
              <a:t>“Look like th' innocent flower, / But be the serpent under't.”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13. Theme: Kingship and Tyranny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Duncan represents legitimate kingship: generous, trusting and connected to order.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Macbeth's rule becomes tyrannical because he uses fear and violence to maintain power.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Scotland suffers under Macbeth's leadership.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Malcolm's restoration suggests a return to legitimate political and moral order.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play contrasts leadership based on service with leadership based on self-interest.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14. Theme: Masculinity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Lady Macbeth equates masculinity with violence, courage and emotional hardness.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struggles with the idea that refusing violence makes him less of a man.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play exposes the danger of defining masculinity through aggression.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Macduff provides a more complex model: he is courageous but openly expresses grief.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Shakespeare questions what it really means to be 'a man'.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691919"/>
                </a:solidFill>
              </a:defRPr>
            </a:pPr>
            <a:r>
              <a:t>“When you durst do it, then you were a man.”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15. Theme: The Supernatural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witches introduce uncertainty, temptation and disorder.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supernatural creates an atmosphere in which normal rules appear unstable.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Ghosts, visions and apparitions blur reality and imagination.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increasingly relies on supernatural predictions instead of his own judgement.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supernatural can be interpreted as genuinely evil, psychologically symbolic, or deliberately ambiguous.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16. Motif: Blood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Blood first represents bravery and warfare.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After Duncan's murder, blood becomes a symbol of guilt and violence.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As Macbeth commits more murders, blood becomes increasingly associated with moral corruption.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Blood cannot simply be removed: it represents consequences that remain after the crime.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691919"/>
                </a:solidFill>
              </a:defRPr>
            </a:pPr>
            <a:r>
              <a:t>“Blood will have blood.”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17. Motif: Sleep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Sleep represents innocence, peace and natural order.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Duncan's murder violates this natural peace.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Macbeth's guilt prevents him from experiencing genuine rest.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Lady Macbeth's sleepwalking shows that her subconscious cannot escape what she has done.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Sleep becomes a measure of psychological and moral disturbance.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691919"/>
                </a:solidFill>
              </a:defRPr>
            </a:pPr>
            <a:r>
              <a:t>“Macbeth does murder sleep.”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18. Motif: Darkness and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Darkness is associated with secrecy, evil, fear and the unknown.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Macbeth and Lady Macbeth call upon darkness to hide their intentions.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Night creates an atmosphere in which moral boundaries seem weaker.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Light suggests truth, exposure and the restoration of order.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contrast reinforces the conflict between hidden wrongdoing and moral revelation.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691919"/>
                </a:solidFill>
              </a:defRPr>
            </a:pPr>
            <a:r>
              <a:t>“Come, thick night, / And pall thee in the dunnest smoke of hell.”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19. Motif: Nature and Disorder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Duncan's murder disrupts both political and natural order.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play describes unnatural events after the murder: darkness, strange animal behaviour and storms.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Scotland itself is presented as suffering under Macbeth's rule.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Birnam Wood moving towards Dunsinane symbolises the collapse of Macbeth's false security.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When Malcolm becomes king, order is restored.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20. The Witches and Their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Equivocation: Statements that are technically true but misleading.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Paradox: They blur conventional ideas of good and evil.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Prophecy: Their predictions influence Macbeth without completely controlling him.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Ambiguity: Their language encourages Macbeth to interpret events in the way he wants.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Function: They externalise temptation and create uncertainty about fate, choice and evil.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691919"/>
                </a:solidFill>
              </a:defRPr>
            </a:pPr>
            <a:r>
              <a:t>“Fair is foul, and foul is fair.”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21. Key Symbols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Blood: Guilt, violence and irreversible consequences.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Dagger: Temptation, murder and Macbeth's unstable mind.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Banquo's ghost: Guilt, fear and the return of the past.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Sleep: Innocence, peace and psychological disturbance.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Birnam Wood: The apparent impossibility that becomes reality.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Crown: Power, ambition and the cost of obtaining authority.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22. How the Themes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AMBITION → Macbeth wants power.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FATE VS FREE WILL → The witches provide predictions, but Macbeth chooses his actions.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GUILT → Murder destroys Macbeth and Lady Macbeth psychologically.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APPEARANCE VS REALITY → Macbeth hides his intentions and misreads the prophecies.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TYRANNY → Macbeth uses violence to protect the power he gained.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DISORDER → Scotland suffers until Macbeth is defeated and legitimate rule is restored.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23. Exam / Essay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To what extent is Macbeth responsible for his own downfall?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How does Shakespeare present ambition as a destructive force?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Discuss the importance of guilt in Macbeth.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How does Shakespeare explore the relationship between appearance and reality?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Is Macbeth a victim of fate or the architect of his own destruction?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How does Shakespeare challenge traditional ideas about masculinity?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24. A Strong Essay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1. Make an argument: Answer the question directly — do not simply retell the plot.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2. Use evidence: Choose short, relevant quotations rather than long quotations.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3. Analyse language: Explain specific words, images, contrasts or techniques.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4. Connect to the whole play: Show how the idea develops or changes.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5. Consider Shakespeare's purpose: What does the audience learn, question or feel?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rPr b="1"/>
              <a:t>6. End with judgement: Return to the question and reinforce your argument.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91919"/>
                </a:solidFill>
              </a:defRPr>
            </a:pPr>
            <a:r>
              <a:t>25. Macbeth 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Shakespeare presents Macbeth as a tragedy in which ambition, temptation and the desire for power lead a respected man to choose violence, destroy his relationships and ultimately destroy himself.</a:t>
            </a:r>
          </a:p>
          <a:p>
            <a:pPr>
              <a:spcAft>
                <a:spcPts val="1100"/>
              </a:spcAft>
              <a:defRPr sz="2000">
                <a:solidFill>
                  <a:srgbClr val="232323"/>
                </a:solidFill>
              </a:defRPr>
            </a:pPr>
            <a:r>
              <a:t>The play does not simply ask whether Macbeth is evil — it asks how a person becomes capable of evil, and whether we are responsible for the choices we make.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1901</Words>
  <Application>Microsoft Office PowerPoint</Application>
  <PresentationFormat>Widescreen</PresentationFormat>
  <Paragraphs>193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Tess Doré</dc:creator>
  <cp:keywords/>
  <dc:description>generated using python-pptx</dc:description>
  <cp:lastModifiedBy>Tess Tjasink</cp:lastModifiedBy>
  <cp:revision>2</cp:revision>
  <dcterms:created xsi:type="dcterms:W3CDTF">2013-01-27T09:14:16Z</dcterms:created>
  <dcterms:modified xsi:type="dcterms:W3CDTF">2026-10-06T06:52:49Z</dcterms:modified>
  <cp:category/>
</cp:coreProperties>
</file>